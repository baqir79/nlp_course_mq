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79" r:id="rId4"/>
  </p:sldMasterIdLst>
  <p:notesMasterIdLst>
    <p:notesMasterId r:id="rId13"/>
  </p:notesMasterIdLst>
  <p:sldIdLst>
    <p:sldId id="256" r:id="rId5"/>
    <p:sldId id="257" r:id="rId6"/>
    <p:sldId id="258" r:id="rId7"/>
    <p:sldId id="267" r:id="rId8"/>
    <p:sldId id="259" r:id="rId9"/>
    <p:sldId id="268" r:id="rId10"/>
    <p:sldId id="260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888" y="-3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90FE9-0B05-44A1-8E28-B3DBBEE66BAB}" type="datetimeFigureOut">
              <a:rPr lang="en-US" smtClean="0"/>
              <a:t>2/18/16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CB03D-52F8-45FC-9D51-CC9AF1B89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8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CB03D-52F8-45FC-9D51-CC9AF1B89DEC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spcBef>
                <a:spcPts val="600"/>
              </a:spcBef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59ED156-2732-479E-8410-D5807628268D}" type="datetimeFigureOut">
              <a:rPr lang="en-US" smtClean="0"/>
              <a:pPr/>
              <a:t>2/18/16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D18737D0-1F07-487A-BC82-FDF5B924E95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  <p:sldLayoutId id="2147483893" r:id="rId14"/>
    <p:sldLayoutId id="2147483894" r:id="rId15"/>
    <p:sldLayoutId id="2147483895" r:id="rId16"/>
    <p:sldLayoutId id="2147483896" r:id="rId17"/>
    <p:sldLayoutId id="2147483897" r:id="rId18"/>
    <p:sldLayoutId id="2147483898" r:id="rId19"/>
    <p:sldLayoutId id="2147483899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791200"/>
            <a:ext cx="8305800" cy="93345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Next Generation Data Discovery Platform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90600" y="167640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3600" dirty="0" smtClean="0">
                <a:solidFill>
                  <a:schemeClr val="bg1"/>
                </a:solidFill>
              </a:rPr>
              <a:t>DATA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05400" y="7620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dirty="0" smtClean="0">
                <a:solidFill>
                  <a:srgbClr val="FFFFFF"/>
                </a:solidFill>
                <a:latin typeface="Calibri"/>
                <a:cs typeface="Calibri"/>
              </a:rPr>
              <a:t>Discover</a:t>
            </a:r>
            <a:endParaRPr lang="en-US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81600" y="2895600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dirty="0" smtClean="0">
                <a:solidFill>
                  <a:srgbClr val="FFFFFF"/>
                </a:solidFill>
              </a:rPr>
              <a:t>Decide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162800" y="8382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dirty="0" smtClean="0">
                <a:solidFill>
                  <a:srgbClr val="FFFFFF"/>
                </a:solidFill>
              </a:rPr>
              <a:t>Analyze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9000" y="297180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dirty="0" smtClean="0">
                <a:solidFill>
                  <a:srgbClr val="FFFFFF"/>
                </a:solidFill>
              </a:rPr>
              <a:t>Act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4419600"/>
            <a:ext cx="3352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Agenda/Topics To Be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Introducing </a:t>
            </a:r>
            <a:r>
              <a:rPr lang="en-US" dirty="0" err="1" smtClean="0"/>
              <a:t>Syntrelis</a:t>
            </a:r>
            <a:endParaRPr lang="en-US" dirty="0" smtClean="0"/>
          </a:p>
          <a:p>
            <a:r>
              <a:rPr lang="en-US" dirty="0" smtClean="0"/>
              <a:t>Our Vision</a:t>
            </a:r>
            <a:endParaRPr lang="en-US" dirty="0" smtClean="0"/>
          </a:p>
          <a:p>
            <a:r>
              <a:rPr lang="en-US" dirty="0" smtClean="0"/>
              <a:t>Value Proposition</a:t>
            </a:r>
            <a:endParaRPr lang="en-US" dirty="0" smtClean="0"/>
          </a:p>
          <a:p>
            <a:r>
              <a:rPr lang="en-US" dirty="0" err="1" smtClean="0"/>
              <a:t>NexLink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dirty="0" smtClean="0"/>
              <a:t>Pricing</a:t>
            </a:r>
            <a:endParaRPr lang="en-US" dirty="0" smtClean="0"/>
          </a:p>
          <a:p>
            <a:r>
              <a:rPr lang="en-US" dirty="0" smtClean="0"/>
              <a:t>Q&amp;A</a:t>
            </a: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Introducing </a:t>
            </a:r>
            <a:r>
              <a:rPr lang="en-US" dirty="0" err="1" smtClean="0"/>
              <a:t>Syntrelis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Vision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52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Proposition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NexLink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23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Q&amp;A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697932"/>
      </p:ext>
    </p:extLst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Rockwell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rketSpecific xmlns="4873beb7-5857-4685-be1f-d57550cc96cc" xsi:nil="true"/>
    <ApprovalStatus xmlns="4873beb7-5857-4685-be1f-d57550cc96cc">InProgress</ApprovalStatus>
    <DirectSourceMarket xmlns="4873beb7-5857-4685-be1f-d57550cc96cc" xsi:nil="true"/>
    <PrimaryImageGen xmlns="4873beb7-5857-4685-be1f-d57550cc96cc">true</PrimaryImageGen>
    <ThumbnailAssetId xmlns="4873beb7-5857-4685-be1f-d57550cc96cc" xsi:nil="true"/>
    <NumericId xmlns="4873beb7-5857-4685-be1f-d57550cc96cc">-1</NumericId>
    <TPFriendlyName xmlns="4873beb7-5857-4685-be1f-d57550cc96cc">Employee orientation presentation</TPFriendlyName>
    <BusinessGroup xmlns="4873beb7-5857-4685-be1f-d57550cc96cc" xsi:nil="true"/>
    <APEditor xmlns="4873beb7-5857-4685-be1f-d57550cc96cc">
      <UserInfo>
        <DisplayName>REDMOND\v-luannv</DisplayName>
        <AccountId>92</AccountId>
        <AccountType/>
      </UserInfo>
    </APEditor>
    <SourceTitle xmlns="4873beb7-5857-4685-be1f-d57550cc96cc">Employee orientation presentation</SourceTitle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PublishStatusLookup xmlns="4873beb7-5857-4685-be1f-d57550cc96cc">
      <Value>264922</Value>
      <Value>1317047</Value>
    </PublishStatusLookup>
    <MachineTranslated xmlns="4873beb7-5857-4685-be1f-d57550cc96cc">false</MachineTranslated>
    <OriginalSourceMarket xmlns="4873beb7-5857-4685-be1f-d57550cc96cc" xsi:nil="true"/>
    <TPInstallLocation xmlns="4873beb7-5857-4685-be1f-d57550cc96cc">{My Templates}</TPInstallLocation>
    <APDescription xmlns="4873beb7-5857-4685-be1f-d57550cc96cc" xsi:nil="true"/>
    <ContentItem xmlns="4873beb7-5857-4685-be1f-d57550cc96cc" xsi:nil="true"/>
    <ClipArtFilename xmlns="4873beb7-5857-4685-be1f-d57550cc96cc" xsi:nil="true"/>
    <APAuthor xmlns="4873beb7-5857-4685-be1f-d57550cc96cc">
      <UserInfo>
        <DisplayName>REDMOND\cynvey</DisplayName>
        <AccountId>191</AccountId>
        <AccountType/>
      </UserInfo>
    </APAuthor>
    <TPAppVersion xmlns="4873beb7-5857-4685-be1f-d57550cc96cc">12</TPAppVersion>
    <TPCommandLine xmlns="4873beb7-5857-4685-be1f-d57550cc96cc">{PP} /n {FilePath}</TPCommandLine>
    <PublishTargets xmlns="4873beb7-5857-4685-be1f-d57550cc96cc">OfficeOnline</PublishTargets>
    <TPLaunchHelpLinkType xmlns="4873beb7-5857-4685-be1f-d57550cc96cc">Template</TPLaunchHelpLinkType>
    <TimesCloned xmlns="4873beb7-5857-4685-be1f-d57550cc96cc" xsi:nil="true"/>
    <EditorialStatus xmlns="4873beb7-5857-4685-be1f-d57550cc96cc" xsi:nil="true"/>
    <LastModifiedDateTime xmlns="4873beb7-5857-4685-be1f-d57550cc96cc" xsi:nil="true"/>
    <Provider xmlns="4873beb7-5857-4685-be1f-d57550cc96cc">EY006220130</Provider>
    <AcquiredFrom xmlns="4873beb7-5857-4685-be1f-d57550cc96cc" xsi:nil="true"/>
    <AssetStart xmlns="4873beb7-5857-4685-be1f-d57550cc96cc">2009-05-30T20:44:52+00:00</AssetStart>
    <LastHandOff xmlns="4873beb7-5857-4685-be1f-d57550cc96cc" xsi:nil="true"/>
    <ArtSampleDocs xmlns="4873beb7-5857-4685-be1f-d57550cc96cc" xsi:nil="true"/>
    <TPClientViewer xmlns="4873beb7-5857-4685-be1f-d57550cc96cc">Microsoft Office PowerPoint</TPClientViewer>
    <UACurrentWords xmlns="4873beb7-5857-4685-be1f-d57550cc96cc">0</UACurrentWords>
    <UALocRecommendation xmlns="4873beb7-5857-4685-be1f-d57550cc96cc">Localize</UALocRecommendation>
    <IsDeleted xmlns="4873beb7-5857-4685-be1f-d57550cc96cc">false</IsDeleted>
    <TemplateStatus xmlns="4873beb7-5857-4685-be1f-d57550cc96cc">Complete</TemplateStatus>
    <UANotes xmlns="4873beb7-5857-4685-be1f-d57550cc96cc">FedEx</UANotes>
    <ShowIn xmlns="4873beb7-5857-4685-be1f-d57550cc96cc" xsi:nil="true"/>
    <CSXHash xmlns="4873beb7-5857-4685-be1f-d57550cc96cc" xsi:nil="true"/>
    <VoteCount xmlns="4873beb7-5857-4685-be1f-d57550cc96cc" xsi:nil="true"/>
    <AssetExpire xmlns="4873beb7-5857-4685-be1f-d57550cc96cc">2100-01-01T00:00:00+00:00</AssetExpire>
    <CSXSubmissionMarket xmlns="4873beb7-5857-4685-be1f-d57550cc96cc" xsi:nil="true"/>
    <DSATActionTaken xmlns="4873beb7-5857-4685-be1f-d57550cc96cc" xsi:nil="true"/>
    <TPExecutable xmlns="4873beb7-5857-4685-be1f-d57550cc96cc" xsi:nil="true"/>
    <SubmitterId xmlns="4873beb7-5857-4685-be1f-d57550cc96cc" xsi:nil="true"/>
    <AssetType xmlns="4873beb7-5857-4685-be1f-d57550cc96cc">TP</AssetType>
    <BugNumber xmlns="4873beb7-5857-4685-be1f-d57550cc96cc">794073</BugNumber>
    <CSXSubmissionDate xmlns="4873beb7-5857-4685-be1f-d57550cc96cc" xsi:nil="true"/>
    <CSXUpdate xmlns="4873beb7-5857-4685-be1f-d57550cc96cc">false</CSXUpdate>
    <ApprovalLog xmlns="4873beb7-5857-4685-be1f-d57550cc96cc" xsi:nil="true"/>
    <Milestone xmlns="4873beb7-5857-4685-be1f-d57550cc96cc" xsi:nil="true"/>
    <OriginAsset xmlns="4873beb7-5857-4685-be1f-d57550cc96cc" xsi:nil="true"/>
    <TPComponent xmlns="4873beb7-5857-4685-be1f-d57550cc96cc">PPTFiles</TPComponent>
    <AssetId xmlns="4873beb7-5857-4685-be1f-d57550cc96cc">TP010220212</AssetId>
    <TPApplication xmlns="4873beb7-5857-4685-be1f-d57550cc96cc">PowerPoint</TPApplication>
    <TPLaunchHelpLink xmlns="4873beb7-5857-4685-be1f-d57550cc96cc" xsi:nil="true"/>
    <IntlLocPriority xmlns="4873beb7-5857-4685-be1f-d57550cc96cc" xsi:nil="true"/>
    <CrawlForDependencies xmlns="4873beb7-5857-4685-be1f-d57550cc96cc">false</CrawlForDependencies>
    <PlannedPubDate xmlns="4873beb7-5857-4685-be1f-d57550cc96cc">2007-06-04T07:00:00+00:00</PlannedPubDate>
    <IntlLangReviewer xmlns="4873beb7-5857-4685-be1f-d57550cc96cc" xsi:nil="true"/>
    <HandoffToMSDN xmlns="4873beb7-5857-4685-be1f-d57550cc96cc" xsi:nil="true"/>
    <TrustLevel xmlns="4873beb7-5857-4685-be1f-d57550cc96cc">1 Microsoft Managed Content</TrustLevel>
    <IsSearchable xmlns="4873beb7-5857-4685-be1f-d57550cc96cc">false</IsSearchable>
    <TPNamespace xmlns="4873beb7-5857-4685-be1f-d57550cc96cc">POWERPNT</TPNamespace>
    <Markets xmlns="4873beb7-5857-4685-be1f-d57550cc96cc"/>
    <IntlLangReview xmlns="4873beb7-5857-4685-be1f-d57550cc96cc" xsi:nil="true"/>
    <UAProjectedTotalWords xmlns="4873beb7-5857-4685-be1f-d57550cc96cc" xsi:nil="true"/>
    <OutputCachingOn xmlns="4873beb7-5857-4685-be1f-d57550cc96cc">false</OutputCachingOn>
    <AverageRating xmlns="4873beb7-5857-4685-be1f-d57550cc96cc" xsi:nil="true"/>
    <LastPublishResultLookup xmlns="4873beb7-5857-4685-be1f-d57550cc96cc" xsi:nil="true"/>
    <PolicheckWords xmlns="4873beb7-5857-4685-be1f-d57550cc96cc" xsi:nil="true"/>
    <FriendlyTitle xmlns="4873beb7-5857-4685-be1f-d57550cc96cc" xsi:nil="true"/>
    <Manager xmlns="4873beb7-5857-4685-be1f-d57550cc96cc" xsi:nil="true"/>
    <EditorialTags xmlns="4873beb7-5857-4685-be1f-d57550cc96cc" xsi:nil="true"/>
    <LegacyData xmlns="4873beb7-5857-4685-be1f-d57550cc96cc" xsi:nil="true"/>
    <Downloads xmlns="4873beb7-5857-4685-be1f-d57550cc96cc">0</Downloads>
    <Providers xmlns="4873beb7-5857-4685-be1f-d57550cc96cc" xsi:nil="true"/>
    <TemplateTemplateType xmlns="4873beb7-5857-4685-be1f-d57550cc96cc">PowerPoint 12 Default</TemplateTemplateType>
    <OOCacheId xmlns="4873beb7-5857-4685-be1f-d57550cc96cc" xsi:nil="true"/>
    <BlockPublish xmlns="4873beb7-5857-4685-be1f-d57550cc96cc" xsi:nil="true"/>
    <CampaignTagsTaxHTField0 xmlns="4873beb7-5857-4685-be1f-d57550cc96cc">
      <Terms xmlns="http://schemas.microsoft.com/office/infopath/2007/PartnerControls"/>
    </CampaignTagsTaxHTField0>
    <LocLastLocAttemptVersionLookup xmlns="4873beb7-5857-4685-be1f-d57550cc96cc">117034</LocLastLocAttemptVersionLookup>
    <LocLastLocAttemptVersionTypeLookup xmlns="4873beb7-5857-4685-be1f-d57550cc96cc" xsi:nil="true"/>
    <LocOverallPreviewStatusLookup xmlns="4873beb7-5857-4685-be1f-d57550cc96cc" xsi:nil="true"/>
    <LocOverallPublishStatusLookup xmlns="4873beb7-5857-4685-be1f-d57550cc96cc" xsi:nil="true"/>
    <TaxCatchAll xmlns="4873beb7-5857-4685-be1f-d57550cc96cc"/>
    <LocNewPublishedVersionLookup xmlns="4873beb7-5857-4685-be1f-d57550cc96cc" xsi:nil="true"/>
    <LocPublishedDependentAssetsLookup xmlns="4873beb7-5857-4685-be1f-d57550cc96cc" xsi:nil="true"/>
    <LocComments xmlns="4873beb7-5857-4685-be1f-d57550cc96cc" xsi:nil="true"/>
    <LocProcessedForMarketsLookup xmlns="4873beb7-5857-4685-be1f-d57550cc96cc" xsi:nil="true"/>
    <LocRecommendedHandoff xmlns="4873beb7-5857-4685-be1f-d57550cc96cc" xsi:nil="true"/>
    <LocManualTestRequired xmlns="4873beb7-5857-4685-be1f-d57550cc96cc" xsi:nil="true"/>
    <LocProcessedForHandoffsLookup xmlns="4873beb7-5857-4685-be1f-d57550cc96cc" xsi:nil="true"/>
    <LocOverallHandbackStatusLookup xmlns="4873beb7-5857-4685-be1f-d57550cc96cc" xsi:nil="true"/>
    <LocalizationTagsTaxHTField0 xmlns="4873beb7-5857-4685-be1f-d57550cc96cc">
      <Terms xmlns="http://schemas.microsoft.com/office/infopath/2007/PartnerControls"/>
    </LocalizationTagsTaxHTField0>
    <FeatureTagsTaxHTField0 xmlns="4873beb7-5857-4685-be1f-d57550cc96cc">
      <Terms xmlns="http://schemas.microsoft.com/office/infopath/2007/PartnerControls"/>
    </FeatureTagsTaxHTField0>
    <LocOverallLocStatusLookup xmlns="4873beb7-5857-4685-be1f-d57550cc96cc" xsi:nil="true"/>
    <LocPublishedLinkedAssetsLookup xmlns="4873beb7-5857-4685-be1f-d57550cc96cc" xsi:nil="true"/>
    <InternalTagsTaxHTField0 xmlns="4873beb7-5857-4685-be1f-d57550cc96cc">
      <Terms xmlns="http://schemas.microsoft.com/office/infopath/2007/PartnerControls"/>
    </InternalTagsTaxHTField0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3AD77B-D84A-43A7-A6F3-2D9B75CE7EE0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2.xml><?xml version="1.0" encoding="utf-8"?>
<ds:datastoreItem xmlns:ds="http://schemas.openxmlformats.org/officeDocument/2006/customXml" ds:itemID="{CD702CF6-005D-4DBD-A97B-F0C8A1B2B0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F452A6-16B3-453D-BB78-5C2F8E5877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0</TotalTime>
  <Words>46</Words>
  <Application>Microsoft Macintosh PowerPoint</Application>
  <PresentationFormat>On-screen Show (4:3)</PresentationFormat>
  <Paragraphs>27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Advantage</vt:lpstr>
      <vt:lpstr>Next Generation Data Discovery Platform</vt:lpstr>
      <vt:lpstr>Agenda/Topics To Be Covered</vt:lpstr>
      <vt:lpstr>Introducing Syntrelis</vt:lpstr>
      <vt:lpstr>Our Vision</vt:lpstr>
      <vt:lpstr>Value Proposition</vt:lpstr>
      <vt:lpstr>NexLink</vt:lpstr>
      <vt:lpstr>Pricing</vt:lpstr>
      <vt:lpstr>Q&amp;A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orientation presentation</dc:title>
  <dc:creator/>
  <cp:lastModifiedBy/>
  <cp:revision>1</cp:revision>
  <dcterms:created xsi:type="dcterms:W3CDTF">2007-05-31T17:58:39Z</dcterms:created>
  <dcterms:modified xsi:type="dcterms:W3CDTF">2016-02-18T17:39:31Z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mageGenCounter">
    <vt:lpwstr>0</vt:lpwstr>
  </property>
  <property fmtid="{D5CDD505-2E9C-101B-9397-08002B2CF9AE}" pid="4" name="ViolationReportStatus">
    <vt:lpwstr>None</vt:lpwstr>
  </property>
  <property fmtid="{D5CDD505-2E9C-101B-9397-08002B2CF9AE}" pid="5" name="ImageGenStatus">
    <vt:lpwstr>0</vt:lpwstr>
  </property>
  <property fmtid="{D5CDD505-2E9C-101B-9397-08002B2CF9AE}" pid="6" name="PolicheckStatus">
    <vt:lpwstr>0</vt:lpwstr>
  </property>
  <property fmtid="{D5CDD505-2E9C-101B-9397-08002B2CF9AE}" pid="7" name="Applications">
    <vt:lpwstr>419;#zpp140;#79;#tpl120;#65;#zpp120</vt:lpwstr>
  </property>
  <property fmtid="{D5CDD505-2E9C-101B-9397-08002B2CF9AE}" pid="8" name="PolicheckCounter">
    <vt:lpwstr>0</vt:lpwstr>
  </property>
  <property fmtid="{D5CDD505-2E9C-101B-9397-08002B2CF9AE}" pid="9" name="APTrustLevel">
    <vt:r8>1</vt:r8>
  </property>
</Properties>
</file>